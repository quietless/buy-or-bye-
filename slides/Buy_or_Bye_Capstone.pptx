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</a:defRPr>
            </a:pPr>
            <a:r>
              <a:t>Buy or Bye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E-Ticaret Satın Alma Olasılığı Tahmini · Tolga Değirmenci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PROBLEM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Bir web oturumunun satın alma ile sonuçlanma olasılığını erken tahmin ederek kampanya hedefleme ve dönüşüm optimizasyonunu desteklemek.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749039"/>
            <a:ext cx="53949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VERİ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UCI Online Shoppers Purchasing Intention</a:t>
            </a:r>
          </a:p>
          <a:p>
            <a:pPr>
              <a:spcAft>
                <a:spcPts val="900"/>
              </a:spcAft>
              <a:defRPr sz="1700">
                <a:solidFill>
                  <a:srgbClr val="1E293B"/>
                </a:solidFill>
              </a:defRPr>
            </a:pPr>
            <a:r>
              <a:t>12,205 tekil oturum · 17 özellik · %15.6 pozitif sınıf</a:t>
            </a:r>
          </a:p>
        </p:txBody>
      </p:sp>
      <p:pic>
        <p:nvPicPr>
          <p:cNvPr id="5" name="Picture 4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325880"/>
            <a:ext cx="4937760" cy="31742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989320"/>
            <a:ext cx="10881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YÖNTEM  Logistic Regression · Random Forest · LightGBM · SHAP ·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114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766E"/>
                </a:solidFill>
              </a:defRPr>
            </a:pPr>
            <a:r>
              <a:t>Sonuçlar ve Açıklanabilirlik</a:t>
            </a:r>
          </a:p>
          <a:p>
            <a:pPr>
              <a:defRPr sz="1200">
                <a:solidFill>
                  <a:srgbClr val="475569"/>
                </a:solidFill>
              </a:defRPr>
            </a:pPr>
            <a:r>
              <a:t>En iyi model: Calibrated RF + Engineered LightGBM Ensemble · Maliyet-duyarlı eşik: 0.25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2926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TEST METRİKLERİ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ROC-AUC   0.932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PR-AUC      0.745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Precision   0.587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Recall        0.790</a:t>
            </a:r>
          </a:p>
          <a:p>
            <a:pPr>
              <a:spcAft>
                <a:spcPts val="900"/>
              </a:spcAft>
              <a:defRPr sz="2000">
                <a:solidFill>
                  <a:srgbClr val="1E293B"/>
                </a:solidFill>
              </a:defRPr>
            </a:pPr>
            <a:r>
              <a:t>F1              0.674</a:t>
            </a:r>
          </a:p>
        </p:txBody>
      </p:sp>
      <p:pic>
        <p:nvPicPr>
          <p:cNvPr id="4" name="Picture 3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234440"/>
            <a:ext cx="7680960" cy="720584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562356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ROBUSTNESS  5-seed PR-AUC 0.766±0.008 · Temporal proxy 0.666</a:t>
            </a:r>
          </a:p>
          <a:p>
            <a:pPr>
              <a:spcAft>
                <a:spcPts val="900"/>
              </a:spcAft>
              <a:defRPr sz="1400">
                <a:solidFill>
                  <a:srgbClr val="1E293B"/>
                </a:solidFill>
              </a:defRPr>
            </a:pPr>
            <a:r>
              <a:t>SINIRLAR  SHAP yalnız LGB bileşeni · PageValues leakage riski · tek site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